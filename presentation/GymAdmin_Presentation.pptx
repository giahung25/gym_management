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1097280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1887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GymAdmin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659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7316"/>
                </a:solidFill>
              </a:rPr>
              <a:t>MANAGEMENT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697480"/>
            <a:ext cx="82296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5E7EB"/>
                </a:solidFill>
              </a:rPr>
              <a:t>Báo cáo Kỹ thuật — Hệ thống Quản lý Phòng Gym 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E5E7EB"/>
                </a:solidFill>
              </a:rPr>
              <a:t>▶  🛠  Stack: Python + Flet + SQLite3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E5E7EB"/>
                </a:solidFill>
              </a:rPr>
              <a:t>▶  📅  Ngày báo cáo: 2026-03-20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E5E7EB"/>
                </a:solidFill>
              </a:rPr>
              <a:t>▶  📊  Trạng thái: MVP 80% hoàn thiện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5303520"/>
            <a:ext cx="228600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2180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Version 1.0.0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Tổng quan dự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ED7AA"/>
                </a:solidFill>
              </a:rPr>
              <a:t>Gym Management System — Mục tiêu &amp; Stack công nghệ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GymAdmin Management System  •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</a:rPr>
              <a:t>2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530352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9844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Mục tiêu hệ thống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74519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>
                <a:solidFill>
                  <a:srgbClr val="111827"/>
                </a:solidFill>
              </a:rPr>
              <a:t>▶  Quản lý hội viên (CRUD + tìm kiếm + lọc nâng cao)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>
                <a:solidFill>
                  <a:srgbClr val="111827"/>
                </a:solidFill>
              </a:rPr>
              <a:t>▶  Quản lý gói tập &amp; đăng ký (subscribe/cancel)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>
                <a:solidFill>
                  <a:srgbClr val="111827"/>
                </a:solidFill>
              </a:rPr>
              <a:t>▶  Quản lý thiết bị (CRUD + filter trạng thái)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>
                <a:solidFill>
                  <a:srgbClr val="111827"/>
                </a:solidFill>
              </a:rPr>
              <a:t>▶  Dashboard KPI thời gian thực từ DB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>
                <a:solidFill>
                  <a:srgbClr val="111827"/>
                </a:solidFill>
              </a:rPr>
              <a:t>▶  Biểu đồ doanh thu 6 tháng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>
                <a:solidFill>
                  <a:srgbClr val="111827"/>
                </a:solidFill>
              </a:rPr>
              <a:t>▶  Cảnh báo gói tập sắp hết hạn (7 ngày)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50">
                <a:solidFill>
                  <a:srgbClr val="111827"/>
                </a:solidFill>
              </a:rPr>
              <a:t>▶  Báo cáo thống kê tổng hợp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566928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5669280" cy="4572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9844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Stack công nghệ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109728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20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Python 3.10+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Ngôn ngữ chính — thuần, không 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560320"/>
            <a:ext cx="109728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560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Flet 0.82.2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60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GUI Framework Desktop (pinned version)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20040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200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SQLite3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Database cục bộ — data/gym_db.db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109728" cy="4114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840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Regex (re)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Validation số điện thoại &amp; email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480560"/>
            <a:ext cx="109728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480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uuid4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480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Sinh ID duy nhất cho mọi 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120640"/>
            <a:ext cx="109728" cy="4114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120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contextlib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Context Manager an toàn cho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Kiến trúc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ED7AA"/>
                </a:solidFill>
              </a:rPr>
              <a:t>Layered Architecture — 5 tầng phân tách rõ ràng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GymAdmin Management System  •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</a:rPr>
              <a:t>3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2286000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81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GUI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48132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login • dashboard • members • memberships • equipment • reports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112745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22860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24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Services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62432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member_svc • membership_svc • equipment_svc  [Validation + Logic]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112745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228600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67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Repositories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76732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member_repo • membership_repo • equipment_repo  [SQL CRUD]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112745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22860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1032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Models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910327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BaseModel • Member • MembershipPlan • MembershipSubscription • Equipment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806440"/>
            <a:ext cx="112745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806440"/>
            <a:ext cx="2286000" cy="9144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05332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Core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6053327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config.py • database.py • security.py  [SQLite3 + Auth]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2331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</a:rPr>
              <a:t>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474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</a:rPr>
              <a:t>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617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</a:rPr>
              <a:t>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ED7AA"/>
                </a:solidFill>
              </a:rPr>
              <a:t>SQLite3 — 4 bảng + 6 indexes + Foreign Keys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GymAdmin Management System  •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</a:rPr>
              <a:t>4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74320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25272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83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id (TEXT, PK, UUID4)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500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name (TEXT, NOT NULL)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169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phone (TEXT, NOT NULL)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8386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email, gender, date_of_birth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5079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address, emergency_contact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17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photo (TEXT)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846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created_at, updated_at, is_active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23444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1234440"/>
            <a:ext cx="2743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125272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membership_plans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783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id (TEXT, PK, UUID4)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3500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name (TEXT, NOT NULL)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9169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duration_days (INTEGER)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48386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price (REAL, NOT NULL)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05079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description (TEXT)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617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created_at, updated_at, is_active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23444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234440"/>
            <a:ext cx="274320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25272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783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id (TEXT, PK, UUID4)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3500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member_id (FK → members)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9169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plan_id (FK → membership_plans)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48386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price_paid (REAL)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05079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start_date, end_date (TEXT)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617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status (active/expired/cancelled)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1846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created_at, updated_at, is_active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123444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26880" y="1234440"/>
            <a:ext cx="2743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72600" y="125272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equipment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1783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id (TEXT, PK, UUID4)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23500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name, category (TEXT)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29169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quantity (INTEGER)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48386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status (working/broken/maintenance)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405079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purchase_date, location (TEXT)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4617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notes (TEXT)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51846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• created_at, updated_at, is_active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3474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1 : 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474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N :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400800"/>
            <a:ext cx="11640312" cy="45720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400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C2E"/>
                </a:solidFill>
              </a:rPr>
              <a:t>6 Indexes: idx_members_phone • idx_members_is_active • idx_subs_member_id • idx_subs_plan_id • idx_subs_status • idx_equipment_status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Models &amp; Luồng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ED7AA"/>
                </a:solidFill>
              </a:rPr>
              <a:t>Pure Python objects — Hydration pattern — Soft Delete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GymAdmin Management System  •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</a:rPr>
              <a:t>5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566160" cy="12801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98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</a:rPr>
              <a:t>BaseModel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5564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id (UUID4)  •  created_at  •  updated_at  •  is_active
update() • delete() • to_dict()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2377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37744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1868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657600"/>
            <a:ext cx="22311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name, phone, email
gender, dob, photo
address, emergency_contact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97316"/>
                </a:solidFill>
              </a:rPr>
              <a:t>↑ kế thừa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200400"/>
            <a:ext cx="2377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3200400"/>
            <a:ext cx="237744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321868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MembershipPlan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3657600"/>
            <a:ext cx="22311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name
duration_days
price, 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B82F6"/>
                </a:solidFill>
              </a:rPr>
              <a:t>↑ kế thừa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200400"/>
            <a:ext cx="2377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3200400"/>
            <a:ext cx="237744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21868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MembershipSubscription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657600"/>
            <a:ext cx="22311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member_id, plan_id
price_paid
start_date, end_date
status + cancel() + refresh_status()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2C55E"/>
                </a:solidFill>
              </a:rPr>
              <a:t>↑ kế thừa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3200400"/>
            <a:ext cx="2377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58400" y="3200400"/>
            <a:ext cx="237744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321868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Equipment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1552" y="3657600"/>
            <a:ext cx="22311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name, category
quantity, status
location, notes
mark_*()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↑ kế thừa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035040"/>
            <a:ext cx="1164031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053328"/>
            <a:ext cx="11457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Hydration pattern: _row_to_model() dùng __new__() — không tạo UUID mới, giữ nguyên id/created_at từ 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GUI &amp;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ED7AA"/>
                </a:solidFill>
              </a:rPr>
              <a:t>Flet Framework — Router pattern — Component reusability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GymAdmin Management System  •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</a:rPr>
              <a:t>6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1828800" cy="50292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298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7316"/>
                </a:solidFill>
              </a:rPr>
              <a:t>Sidebar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828800"/>
            <a:ext cx="1609344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865376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●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322576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○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779776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○ Gym Packages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3236976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○ Equipment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3694176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○ Reports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1280160"/>
            <a:ext cx="9601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1737360"/>
            <a:ext cx="960120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1298448"/>
            <a:ext cx="9418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🔍 Search...          🔔  [A] Admin User  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1965960"/>
            <a:ext cx="960120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20116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</a:rPr>
              <a:t>Content Area — scroll=AUTO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2468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B82F6"/>
                </a:solidFill>
              </a:rPr>
              <a:t>navigate('login')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468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</a:rPr>
              <a:t>→  LoginScreen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9260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B82F6"/>
                </a:solidFill>
              </a:rPr>
              <a:t>navigate('dashboard')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9260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</a:rPr>
              <a:t>→  DashboardScreen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383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B82F6"/>
                </a:solidFill>
              </a:rPr>
              <a:t>navigate('members')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3832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</a:rPr>
              <a:t>→  MembersScreen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840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B82F6"/>
                </a:solidFill>
              </a:rPr>
              <a:t>navigate('packages')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8404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</a:rPr>
              <a:t>→  MembershipsScreen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297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B82F6"/>
                </a:solidFill>
              </a:rPr>
              <a:t>navigate('equipment')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4297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</a:rPr>
              <a:t>→  EquipmentScreen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754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B82F6"/>
                </a:solidFill>
              </a:rPr>
              <a:t>navigate('reports')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754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</a:rPr>
              <a:t>→  ReportsScreen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5303520"/>
            <a:ext cx="9601200" cy="91440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5321808"/>
            <a:ext cx="94183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Mỗi navigate(): page.overlay.clear() → xóa dialog cũ
page.on_search_change = None → reset header search callback
page.navigate = navigate → monkey-patching, Lazy import tránh circular dependency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&amp; Tính năng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ED7AA"/>
                </a:solidFill>
              </a:rPr>
              <a:t>KPI Cards — Revenue Chart — Expiring Soon — Active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GymAdmin Management System  •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</a:rPr>
              <a:t>7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80160"/>
            <a:ext cx="27432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827"/>
                </a:solidFill>
              </a:rPr>
              <a:t>248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Tổng hội viên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+12 tháng này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7832" y="128016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27832" y="1280160"/>
            <a:ext cx="2743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827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Sắp hết hạn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7 ngày tới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28016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280160"/>
            <a:ext cx="27432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3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827"/>
                </a:solidFill>
              </a:rPr>
              <a:t>45,000,000đ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3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Doanh thu tháng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3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Năm: 380M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34856" y="128016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34856" y="1280160"/>
            <a:ext cx="27432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26296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Cần bảo trì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Thiết bị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803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2880360"/>
            <a:ext cx="5486400" cy="4114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898648"/>
            <a:ext cx="5486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Tính năng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3832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✅ KPI Cards với badge màu semantic (xanh/vàng/đỏ)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✅ Revenue Bar Chart — 6 tháng gần nhất (custom Flet)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✅ Active Growth Chart — ProgressBar theo gói tập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✅ Recent Member Activity — 5 hội viên mới nhất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✅ Gym Packages Section — badge POPULAR tự động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✅ Equipment Status — wear level progress bar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✅ Expiring Soon Section — cảnh báo badge đỏ ≤3 ngày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✅ Dữ liệu thật từ DB — không dùng mock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880360"/>
            <a:ext cx="58521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2880360"/>
            <a:ext cx="585216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2898648"/>
            <a:ext cx="5852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Revenue Overview — Last 6 months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532120"/>
            <a:ext cx="548640" cy="36576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T10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59168" y="5349240"/>
            <a:ext cx="548640" cy="54864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T11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08976" y="5074920"/>
            <a:ext cx="548640" cy="82296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08976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T12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58784" y="5440680"/>
            <a:ext cx="548640" cy="45720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58784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T1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08592" y="5212080"/>
            <a:ext cx="548640" cy="685800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08592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T2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0" y="4800600"/>
            <a:ext cx="548640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0" y="5943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T3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Members &amp; Memberships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ED7AA"/>
                </a:solidFill>
              </a:rPr>
              <a:t>CRUD đầy đủ — Filter nâng cao — Lịch sử gói tập — Hủy subscription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GymAdmin Management System  •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</a:rPr>
              <a:t>8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557784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80160"/>
            <a:ext cx="557784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29844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Màn hình Hội viên (members.py)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Bảng hội viên: Avatar (initials + màu hash ID) + Tên/SĐT + Email + Giới tính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Tìm kiếm realtime: theo tên, SĐT, email (on_change → member_repo.search())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Filter giới tính: Dropdown với enable_filter + editable + leading_icon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Filter gói tập: Tất cả / Đang active / Không active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Dialog Add/Edit: Reuse 1 dialog — phân biệt bằng selected_member['obj']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Dialog Chi tiết: Lịch sử toàn bộ subscription với badge màu status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Confirm Dialog trước khi xóa — tránh xóa nhầm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Validation: regex SĐT [0-9+\-\s]{7,15} + email format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Header search bar kết nối: page.on_search_change = callback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Lambda closure đúng: lambda e, member=m: open_edit(member)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57607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57607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298448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Màn hình Gói tập (memberships.py)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2880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2 Tabs: 'Gói tập' (CRUD Plans) + 'Đăng ký' (Subscriptions)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on_tab_change: load đúng data cho tab đang xem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CRUD Plans: tên, số ngày, giá, mô tả — validate đầy đủ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Đăng ký gói tập: chọn member + plan từ Dropdown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Auto-populate giá gốc khi không nhập giá tùy chỉnh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Nút 'Hủy' chỉ hiện cho subscription STATUS_ACTIVE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Confirm Dialog trước khi hủy subscription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Auto-expire: gọi auto_expire_subscriptions() khi refresh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Status badges: active(xanh) / expired(vàng) / cancelled(đỏ)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>
                <a:solidFill>
                  <a:srgbClr val="111827"/>
                </a:solidFill>
              </a:rPr>
              <a:t>▶  Ternary spacer: ft.Container(width=46) giữ layout đều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Equipment &amp;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ED7AA"/>
                </a:solidFill>
              </a:rPr>
              <a:t>Filter trạng thái — Summary stats — KPI báo cáo — Rebuild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GymAdmin Management System  •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</a:rPr>
              <a:t>9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557784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80160"/>
            <a:ext cx="55778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29844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Màn hình Thiết bị (equipment.py)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288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Bảng thiết bị: Tên + Loại + SL + Trạng thái + Ngày mua + Actions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Filter Buttons: Tất cả / Hoạt động / Bảo trì / Hỏng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ElevatedButton (cam) = filter đang chọn — OutlinedButton = còn lại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STATUS_COLORS dict: working→xanh / broken→đỏ / maintenance→vàng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Summary text: Tổng / Hoạt động / Bảo trì / Hỏng — cập nhật tự động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Dialog: 7 fields — tên, loại, SL, trạng thái, ngày mua, vị trí, ghi chú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update_equipment(**kwargs): setattr dynamic — không cần liệt kê field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Soft delete: is_active = 0 thay vì DELETE FROM equipment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State machine: STATUS_WORKING ↔ MAINTENANCE ↔ BROKEN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57607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576072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298448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Màn hình Báo cáo (reports.py)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2880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5 KPI Cards: Tổng / Active / Mới hội viên + Doanh thu tháng/năm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Equipment section: 3 cột — Hoạt động / Bảo trì / Hỏng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Expiring section: Danh sách gói sắp hết hạn trong 7 ngày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Countdown badge: đỏ nếu ≤3 ngày, vàng nếu &gt;3 ngày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build_content() + refresh() pattern: rebuild toàn bộ UI khi refresh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Nút 'Làm mới': reload data từ DB + render lại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Empty state: Hiện text nếu không có gói sắp hết hạn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get_revenue_stats(): monthly / yearly / total revenue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</a:rPr>
              <a:t>▶  Dữ liệu từ services — không query DB trực tiếp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Đánh giá &amp; Kế hoạch tiếp theo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ED7AA"/>
                </a:solidFill>
              </a:rPr>
              <a:t>Điểm mạnh — Cần cải thiện —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GymAdmin Management System  •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</a:rPr>
              <a:t>10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36576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80160"/>
            <a:ext cx="365760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29844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✅ Điểm mạnh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2880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</a:rPr>
              <a:t>▶  Kiến trúc 5 tầng rõ ràng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</a:rPr>
              <a:t>▶  Design System nhất quán (theme.py)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</a:rPr>
              <a:t>▶  SQL Injection safe (parameterized ?)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</a:rPr>
              <a:t>▶  Transaction safe (context manager)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</a:rPr>
              <a:t>▶  Soft Delete — không mất dữ liệu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</a:rPr>
              <a:t>▶  Validation tập trung ở Service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</a:rPr>
              <a:t>▶  Observer pattern (header search)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</a:rPr>
              <a:t>▶  Closure đúng trong lambda/loop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</a:rPr>
              <a:t>▶  Foreign Key + 6 Indexes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</a:rPr>
              <a:t>▶  Kết nối DB thật — không mock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36576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6576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29844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⚠️ Cần cải thiện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82880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</a:rPr>
              <a:t>▶  Plaintext password (cần bcrypt)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</a:rPr>
              <a:t>▶  Không có unit tests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</a:rPr>
              <a:t>▶  Thiếu pagination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</a:rPr>
              <a:t>▶  N+1 query khi filter sub status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</a:rPr>
              <a:t>▶  Thiếu loading/empty states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</a:rPr>
              <a:t>▶  Equipment filter visual feedback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</a:rPr>
              <a:t>▶  Stub files chưa dọn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</a:rPr>
              <a:t>▶  Header search chỉ hoạt động ở Members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</a:rPr>
              <a:t>▶  Footer version hardcode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F59E0B"/>
                </a:solidFill>
              </a:rPr>
              <a:t>▶  DatePicker thay TextField cho ngày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3749039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298448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🗺 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2880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B82F6"/>
                </a:solidFill>
              </a:rPr>
              <a:t>▶  Tuần 4: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B82F6"/>
                </a:solidFill>
              </a:rPr>
              <a:t>▶    • Biểu đồ doanh thu theo tháng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B82F6"/>
                </a:solidFill>
              </a:rPr>
              <a:t>▶    • Toast / Snackbar notifications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B82F6"/>
                </a:solidFill>
              </a:rPr>
              <a:t>▶  Tuần 5: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B82F6"/>
                </a:solidFill>
              </a:rPr>
              <a:t>▶    • Viết unit tests (pytest)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B82F6"/>
                </a:solidFill>
              </a:rPr>
              <a:t>▶    • Xuất báo cáo CSV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B82F6"/>
                </a:solidFill>
              </a:rPr>
              <a:t>▶    • Upload ảnh hội viên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B82F6"/>
                </a:solidFill>
              </a:rPr>
              <a:t>▶  Tuần 6+: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B82F6"/>
                </a:solidFill>
              </a:rPr>
              <a:t>▶    • Pagination / lazy load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B82F6"/>
                </a:solidFill>
              </a:rPr>
              <a:t>▶    • Password hashing (bcrypt)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3B82F6"/>
                </a:solidFill>
              </a:rPr>
              <a:t>▶    • Dọn stub 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492240"/>
            <a:ext cx="11640312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10528"/>
            <a:ext cx="11457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Tổng thể: 23 files  •  ~3,228 dòng code  •  5 màn hình  •  4 bảng DB  •  80% hoàn thiện  →  Sẵn sàng 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